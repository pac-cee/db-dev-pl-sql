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60" r:id="rId2"/>
    <p:sldId id="259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50" d="100"/>
          <a:sy n="50" d="100"/>
        </p:scale>
        <p:origin x="592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1F35C-638F-46C0-8A44-A53C8717A747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24954E2-479C-4FEE-A818-CAD37BBB1D3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8871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1F35C-638F-46C0-8A44-A53C8717A747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54E2-479C-4FEE-A818-CAD37BBB1D32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4637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1F35C-638F-46C0-8A44-A53C8717A747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54E2-479C-4FEE-A818-CAD37BBB1D3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4717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1F35C-638F-46C0-8A44-A53C8717A747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54E2-479C-4FEE-A818-CAD37BBB1D32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6597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1F35C-638F-46C0-8A44-A53C8717A747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54E2-479C-4FEE-A818-CAD37BBB1D32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1167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1F35C-638F-46C0-8A44-A53C8717A747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54E2-479C-4FEE-A818-CAD37BBB1D32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478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1F35C-638F-46C0-8A44-A53C8717A747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54E2-479C-4FEE-A818-CAD37BBB1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749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1F35C-638F-46C0-8A44-A53C8717A747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54E2-479C-4FEE-A818-CAD37BBB1D32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4610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231F35C-638F-46C0-8A44-A53C8717A747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54E2-479C-4FEE-A818-CAD37BBB1D32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259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1F35C-638F-46C0-8A44-A53C8717A747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54E2-479C-4FEE-A818-CAD37BBB1D32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553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1F35C-638F-46C0-8A44-A53C8717A747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54E2-479C-4FEE-A818-CAD37BBB1D3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9996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1F35C-638F-46C0-8A44-A53C8717A747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24954E2-479C-4FEE-A818-CAD37BBB1D32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0606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BB0C-CE66-C427-99E6-EA77C068F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Smart Bus Booking System for Rwanda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16B71-8AE0-5F02-2AEC-12AD70D4B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Solve a Real-World Issue: Streamline the booking process to reduce terminal congestion and waiting times.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Enable Digital Transformation: Transition from manual ticketing to an automated, mobile-based solution.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Improve Service Quality: Provide real-time scheduling, seat availability, and booking confirmations.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Support Operational Efficiency: Equip bus operators with tools for effective capacity and schedule management.</a:t>
            </a: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52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B4A68-6624-A900-DC42-A6F18E574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Key Database Entities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4BB5C-E103-EFD3-55AF-FB74F08B6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Users:</a:t>
            </a:r>
          </a:p>
          <a:p>
            <a:pPr marL="0" indent="0">
              <a:buNone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 	Profiles containing personal details, travel history, and payment information.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Bus Terminals:</a:t>
            </a:r>
          </a:p>
          <a:p>
            <a:pPr marL="0" indent="0">
              <a:buNone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	Details of terminal locations, operating hours, and associated bus schedules.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Buses:</a:t>
            </a:r>
          </a:p>
          <a:p>
            <a:pPr marL="0" indent="0">
              <a:buNone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	Information on bus fleets, seating capacities, and service routes.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Bookings:</a:t>
            </a:r>
          </a:p>
          <a:p>
            <a:pPr marL="0" indent="0">
              <a:buNone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	Records of ticket reservations, seat assignments, and transaction statuses.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Routes &amp; Schedules:</a:t>
            </a:r>
          </a:p>
          <a:p>
            <a:pPr marL="0" indent="0">
              <a:buNone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	Data defining travel routes from Kigali to various destinations, including timing and frequency.</a:t>
            </a: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036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B7EDD-4D30-94AE-000A-96DB7E9EE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Benefits of the Digital Booking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683D5-855F-86F0-D98D-ED01E6A32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7"/>
          </a:xfrm>
        </p:spPr>
        <p:txBody>
          <a:bodyPr>
            <a:normAutofit/>
          </a:bodyPr>
          <a:lstStyle/>
          <a:p>
            <a:endParaRPr lang="en-U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Reduced Waiting Times:</a:t>
            </a:r>
          </a:p>
          <a:p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Online booking minimizes the need for physical visits to busy terminals.</a:t>
            </a:r>
          </a:p>
          <a:p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Enhanced Customer Experience:</a:t>
            </a:r>
          </a:p>
          <a:p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Users enjoy a seamless booking process with instant confirmations and notifications.</a:t>
            </a:r>
          </a:p>
          <a:p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Operational Efficiency:</a:t>
            </a:r>
          </a:p>
          <a:p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Bus operators can manage schedules, prevent overbooking, and optimize resource allocation.</a:t>
            </a:r>
          </a:p>
          <a:p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Data-Driven Insights:</a:t>
            </a:r>
          </a:p>
          <a:p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Real-time analytics on booking patterns and peak travel times to improve service planning.</a:t>
            </a:r>
          </a:p>
          <a:p>
            <a:endParaRPr lang="en-U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9396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424</TotalTime>
  <Words>227</Words>
  <Application>Microsoft Office PowerPoint</Application>
  <PresentationFormat>Widescreen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Gill Sans MT</vt:lpstr>
      <vt:lpstr>Helvetica</vt:lpstr>
      <vt:lpstr>Gallery</vt:lpstr>
      <vt:lpstr>Smart Bus Booking System for Rwanda</vt:lpstr>
      <vt:lpstr>Key Database Entities</vt:lpstr>
      <vt:lpstr>Benefits of the Digital Booking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pac cee</dc:creator>
  <cp:lastModifiedBy>pac cee</cp:lastModifiedBy>
  <cp:revision>3</cp:revision>
  <dcterms:created xsi:type="dcterms:W3CDTF">2025-03-24T08:39:19Z</dcterms:created>
  <dcterms:modified xsi:type="dcterms:W3CDTF">2025-03-24T15:52:24Z</dcterms:modified>
</cp:coreProperties>
</file>