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1168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49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0990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9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0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2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5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6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2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3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7D516B2-1AB4-4081-AB3D-7887ED333DA1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2FA7F25-B350-43B4-A716-C52D5742A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6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-cee" TargetMode="External"/><Relationship Id="rId2" Type="http://schemas.openxmlformats.org/officeDocument/2006/relationships/hyperlink" Target="https://www.linkedin.com/in/pacifique-bakundukize-675859232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E8B516-4B32-01B5-E952-6EBBA40DEDC9}"/>
              </a:ext>
            </a:extLst>
          </p:cNvPr>
          <p:cNvSpPr/>
          <p:nvPr/>
        </p:nvSpPr>
        <p:spPr>
          <a:xfrm>
            <a:off x="0" y="0"/>
            <a:ext cx="83574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BA7F61-5FCD-F5B2-A9EC-F061FB94BFAD}"/>
              </a:ext>
            </a:extLst>
          </p:cNvPr>
          <p:cNvSpPr/>
          <p:nvPr/>
        </p:nvSpPr>
        <p:spPr>
          <a:xfrm>
            <a:off x="147484" y="255640"/>
            <a:ext cx="11906864" cy="6882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AC7164-FAF3-3639-B410-A27D88663812}"/>
              </a:ext>
            </a:extLst>
          </p:cNvPr>
          <p:cNvSpPr/>
          <p:nvPr/>
        </p:nvSpPr>
        <p:spPr>
          <a:xfrm>
            <a:off x="3401962" y="1148229"/>
            <a:ext cx="8652386" cy="5474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My name is </a:t>
            </a:r>
            <a:r>
              <a:rPr lang="en-US" sz="1600" b="1" dirty="0"/>
              <a:t>Pacifique Bakundukize</a:t>
            </a:r>
            <a:r>
              <a:rPr lang="en-US" sz="1600" dirty="0"/>
              <a:t>. I am a second-year student specializing in </a:t>
            </a:r>
            <a:r>
              <a:rPr lang="en-US" sz="1600" b="1" dirty="0"/>
              <a:t>Software Engineering in AUCA</a:t>
            </a:r>
            <a:r>
              <a:rPr lang="en-US" sz="1600" dirty="0"/>
              <a:t>. I was born in Gisozi, Gasabo, Rwanda, and although I come from Rwanda, I grew up in Kampala, Uganda. This diverse background has shaped my perspective and enriched both my personal and academic journey.</a:t>
            </a:r>
          </a:p>
          <a:p>
            <a:endParaRPr lang="en-US" sz="1600" dirty="0"/>
          </a:p>
          <a:p>
            <a:r>
              <a:rPr lang="en-US" sz="1600" dirty="0"/>
              <a:t>I rely heavily on digital tools and resources in my studies and daily life. Whether it's using online databases, coding platforms, or collaborative software, I consistently leverage digital information to enhance my learning and problem-solving abilities.</a:t>
            </a:r>
          </a:p>
          <a:p>
            <a:endParaRPr lang="en-US" sz="1600" dirty="0"/>
          </a:p>
          <a:p>
            <a:r>
              <a:rPr lang="en-US" sz="1600" dirty="0"/>
              <a:t>In this course, I am eager to expand my knowledge of PL/SQL and further develop my skills in database development, which I believe will be instrumental in my future career.</a:t>
            </a:r>
          </a:p>
          <a:p>
            <a:endParaRPr lang="en-US" sz="1600" dirty="0"/>
          </a:p>
          <a:p>
            <a:r>
              <a:rPr lang="en-US" sz="1600" dirty="0"/>
              <a:t>Outside of academics, I have a variety of interests that keep me balanced and inspired. I enjoy playing football, exploring nature, coding, listening to music, watching movies, and spending time in prayer. These passions not only fuel my creativity but also help me maintain a well-rounded lifestyle. For a closer look at my professional background and ongoing projects, please feel free to visit my </a:t>
            </a:r>
            <a:r>
              <a:rPr lang="en-US" sz="1600" dirty="0">
                <a:hlinkClick r:id="rId2"/>
              </a:rPr>
              <a:t>LinkedIn</a:t>
            </a:r>
            <a:r>
              <a:rPr lang="en-US" sz="1600" dirty="0"/>
              <a:t> and </a:t>
            </a:r>
            <a:r>
              <a:rPr lang="en-US" sz="1600" dirty="0">
                <a:hlinkClick r:id="rId3"/>
              </a:rPr>
              <a:t>GitHub </a:t>
            </a:r>
            <a:r>
              <a:rPr lang="en-US" sz="1600" dirty="0"/>
              <a:t>profiles.</a:t>
            </a:r>
          </a:p>
          <a:p>
            <a:pPr algn="ctr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32226-4A02-A7E7-FCDD-B51A811F4B0D}"/>
              </a:ext>
            </a:extLst>
          </p:cNvPr>
          <p:cNvSpPr txBox="1"/>
          <p:nvPr/>
        </p:nvSpPr>
        <p:spPr>
          <a:xfrm>
            <a:off x="422786" y="434766"/>
            <a:ext cx="360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PACIFIQUE BAKUNDUKIZE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C6020-0F77-8318-9B00-3A10505FCEB7}"/>
              </a:ext>
            </a:extLst>
          </p:cNvPr>
          <p:cNvSpPr txBox="1"/>
          <p:nvPr/>
        </p:nvSpPr>
        <p:spPr>
          <a:xfrm>
            <a:off x="4753899" y="471949"/>
            <a:ext cx="108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26798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41E13-9C62-1E97-3E6D-C2BA2BA8BA38}"/>
              </a:ext>
            </a:extLst>
          </p:cNvPr>
          <p:cNvSpPr txBox="1"/>
          <p:nvPr/>
        </p:nvSpPr>
        <p:spPr>
          <a:xfrm>
            <a:off x="7000573" y="459970"/>
            <a:ext cx="197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C9F2A-6282-337B-C469-67BE206EA7AD}"/>
              </a:ext>
            </a:extLst>
          </p:cNvPr>
          <p:cNvSpPr txBox="1"/>
          <p:nvPr/>
        </p:nvSpPr>
        <p:spPr>
          <a:xfrm>
            <a:off x="9920749" y="434766"/>
            <a:ext cx="143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D268FC-14AD-B7C5-5FF7-E22F5D3A5CBC}"/>
              </a:ext>
            </a:extLst>
          </p:cNvPr>
          <p:cNvSpPr/>
          <p:nvPr/>
        </p:nvSpPr>
        <p:spPr>
          <a:xfrm>
            <a:off x="147484" y="1199539"/>
            <a:ext cx="3136490" cy="5403448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149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3118</TotalTime>
  <Words>219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Schoolbook</vt:lpstr>
      <vt:lpstr>Wingdings 2</vt:lpstr>
      <vt:lpstr>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pac cee</dc:creator>
  <cp:lastModifiedBy>pac cee</cp:lastModifiedBy>
  <cp:revision>5</cp:revision>
  <dcterms:created xsi:type="dcterms:W3CDTF">2025-02-09T14:05:37Z</dcterms:created>
  <dcterms:modified xsi:type="dcterms:W3CDTF">2025-02-12T12:32:18Z</dcterms:modified>
</cp:coreProperties>
</file>